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Alusta isikliku looga — esimene kord VR-is. Loo emotsionaalne seos. Tutvusta ennast lühidalt: 7 aastat kogemust, 2 peaplaati. Ütle, mis täna jutuks tuleb.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Selgita, miks VR on disainerile täiesti uus väljakutse — ei saa eeldusi tuua 2D veebist. Tõsta esile kohalolek: kui UX on halb, see katkeb ja kogemus kaob.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Räägi oma kogemustest mõlema punktiga. Onboarding: mida hea disain teeks teisiti? Liikumishaigus: Half-Life: Alyx on hea näide — teleport + vaba liikumine koos, kasutaja valib.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Sisend: too konkreetsed näited — Beat Saber vs Gravity Sketch. UI ruumis: ankurdatud käele on mugav, aga katkestab kohaloleku. Räägi isiklikust kogemusest kaelavaludega.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Räägi konkreetsete näidete kaudu. Mis disainiotsused muutsid kogemuse eriliseks? Mida saab disainer siit õppida? Half-Life: Alyx on kõigi aegade parim VR UX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Hoia see lühike — üks lause trendi kohta. Rõhuta, et disaineritel on nüüd võimalus kujundada, kuidas inimesed neid tehnoloogiaid kasutavad — see on põnev aeg.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Võta iga punkt lühidalt kokku oma sõnadega. Lõpeta sõnumiga: 'parim viis VR UX-i mõista on seda kogeda.' Kutsu küsimusi, ole avatud arutelule.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36576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0"/>
            <a:ext cx="45720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54864" cy="2377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"Esimest korda panin pähe Meta Quest 2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unusin, et sein on seal."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Kasutajakogemus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aastat kogemust · 2 peaplaati · disaineri pilguga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KONTEKST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Miks VR UX on teistsugune?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141732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5029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Kehalisus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9842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 OLED sisu sees — mitte vaatleja. Keha asend ja liikumine loevad.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023360" cy="141732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08760"/>
            <a:ext cx="50292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Ruumiline UI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9842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Nupud, menüüd ja tekstid on 3D-ruumis. Sügavus ja kaugus mõjutavad loetavust.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23360" cy="141732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50292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00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Puudub klaviatuur &amp; hiir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5844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Kontroller, käsijälgimine või pilk — kõik tuleb ümber mõelda.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4023360" cy="141732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5029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200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Kohalolek kui eesmärk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35844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"Presence" on VR-is edu mõõdupuu — hea UX ei katkesta seda tunnet.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VÄLJAKUTSED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Peamised UX väljakutsed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Sissejuhatus &amp; õppimiskõver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95681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Uus kasutaja ei tea, kuhu vaadata, kuidas liikuda ega mida vajutada. Esimene 5 minutit on kõige kriitilisem.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591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Olen näinud, kuidas inimesed paanikas peaplaadi maha võtavad.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Liikumishaigus &amp; mugavus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55701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liikumise disain põhjustab iiveldust. Teleport vs vaba liikumine — see on disaineritele raske valik.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9593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Esimestel aastatel piirasin sessioone 20 minutiga.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VÄLJAKUTSED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Peamised UX väljakutsed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Sisendite disain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95681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Kontrollerid, käsijälgimine, pilkjuhtimine — igaüks vajab erinevat interaktsioonimudelit. Ühe lahendusega ei tule kaugele.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591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Käsijälgimine Quest 3-s: intuitiivne, aga väsitav pärast 20 minutit.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paigutus 3D ruumis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55701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 menüü asub? Kui kaugel? Mis nurga all? 2D reeglid ei tööta. HUD, maailmas ankurdatud UI ja pihuarvuti stiil — kõik erinevad.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9593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Halvad menüüd tekitavad kaelavalusid — kogemus räägib.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828800"/>
            <a:ext cx="5486400" cy="4572000"/>
          </a:xfrm>
          <a:prstGeom prst="ellipse">
            <a:avLst/>
          </a:prstGeom>
          <a:solidFill>
            <a:srgbClr val="06B6D4">
              <a:alpha val="13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NÄITED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näeb välja hea VR UX?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333756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40233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664208"/>
            <a:ext cx="100584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MÄNGIMINE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" y="1993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Half-Life: Alyx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248716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Maailmas ankurdatud inventar — ei katkesta kohalolekut</a:t>
            </a:r>
            <a:endParaRPr lang="en-US" sz="11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Liikumisvalikud: teleport + vaba — kasutaja otsustab</a:t>
            </a:r>
            <a:endParaRPr lang="en-US" sz="11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Käsijälgimine enne, kui see oli standard</a:t>
            </a:r>
            <a:endParaRPr lang="en-US" sz="11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peidetud mängimise sisse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023360" cy="333756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40233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9472" y="1664208"/>
            <a:ext cx="1005840" cy="256032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TOOTLIKKUS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19472" y="1993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Sketch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19472" y="248716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modelleerimine tundub loomulik, mitte teisendus 2D-st</a:t>
            </a:r>
            <a:endParaRPr lang="en-US" sz="11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Kontekstuaalsed tööriistad ilmuvad käe lähedal</a:t>
            </a:r>
            <a:endParaRPr lang="en-US" sz="11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Minimaalne menüü, maksimaalne tööpind</a:t>
            </a:r>
            <a:endParaRPr lang="en-US" sz="11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Käsijälgimine vähendab kontrollerist sõltuvust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914400"/>
            <a:ext cx="6400800" cy="6400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TULEVIK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Kuhu see liigub?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Käsijälgimine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8928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Kontrollerid kaovad. Käed on loomulikum ja intuitiivsem sisend — Quest 3 näitab suunda.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80467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651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Segareaalsus (MR)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9900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+ füüsiline maailm ühes. Apple Vision Pro ja Meta Quest 3 toovad MR disaineritele uued väljakutsed.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80467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AI-juhitavad liidesed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0873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Häälassistendid, kontekstitundlikud menüüd ja adaptiivsed kogemused — AI muudab VR UX-i personaalsemaks.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914400"/>
            <a:ext cx="5486400" cy="54864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KOKKUVÕTE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asja, mida meeles pidada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50292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UX algab kehast, mitte ekraanist — disaini kehalisust, mitte klikke.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77724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60320"/>
            <a:ext cx="5029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603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25603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Kohalolek on eesmärk — iga disainiotsus kas toetab või katkestab selle.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0292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204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5204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Proovi ise — VR UX-i ei saa mõista ainult lugemisest. Tunded annavad andmed.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Küsimused? 🎧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 Kasutajakogemus</dc:title>
  <dc:subject>PptxGenJS Presentation</dc:subject>
  <dc:creator>Martin</dc:creator>
  <cp:lastModifiedBy>Martin</cp:lastModifiedBy>
  <cp:revision>1</cp:revision>
  <dcterms:created xsi:type="dcterms:W3CDTF">2026-04-22T10:42:42Z</dcterms:created>
  <dcterms:modified xsi:type="dcterms:W3CDTF">2026-04-22T10:42:42Z</dcterms:modified>
</cp:coreProperties>
</file>